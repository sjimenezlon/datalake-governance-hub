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Lake Governance Hub</a:t>
            </a:r>
            <a:br/>
            <a:r>
              <a:t>Guía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Cómo replicar el laboratorio completo</a:t>
            </a:r>
            <a:br/>
            <a:r>
              <a:t>Supabase + Next.js +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Gestión y Gobernanza de Datos — Universidad EAFIT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¿Qué vamos a construir?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Un Data Lake con arquitectura Medallion (Bronze → Silver → Gold) usando PostgreSQL en Supabase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Datos reales de ventas (SAP ERP simulado) y sensores IoT con errores intencionales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Transformación automática Bronze→Silver: limpieza, validación, normalización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Vistas materializadas Gold para KPIs de negocio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Row Level Security (RLS) — control de acceso por rol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Enmascaramiento de datos PII (NIT, nombre de cliente)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Catálogo de datos con metadatos obligatorios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Auditoría de accesos — quién consultó qué, cuándo y desde dónde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Dashboard web desplegado en Vercel que SOLO consume capa Gold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11 tabs interactivas: Dashboard, Comparación, Calidad, Linaje, Bronze, Silver, Catálogo, Sensores, Auditoría, Usuarios, Arquitectura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Requisitos previos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PASO 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1. Cuenta de GitHub (github.com) — gratuita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2. Cuenta de Supabase (supabase.com) — plan gratuito, login con GitHub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3. Cuenta de Vercel (vercel.com) — plan gratuito, login con GitHub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4. Node.js instalado (versión 18+) — nodejs.org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5. Editor de código: VS Code recomendado (code.visualstudio.com)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6. Terminal / línea de comandos (CMD, PowerShell, Terminal de Mac)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Tiempo estimado total: ~90 minutos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Crear proyecto en Supabase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Base de datos PostgreSQL en la nube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Paso 1: Crear proyecto Supabase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1. Ir a supabase.com → "Start your project" → Login con GitHub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2. Clic en "New Project"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3. Nombre: datalake-gobernanza-eafit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4. Región: South America (São Paulo) — la más cercana a Colombia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5. Database Password: genera una segura y guárdala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6. Clic en "Create new project" — esperar ~2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Una vez creado, ve a Settings → API y copia: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Project URL → algo como https://xyzabc123.supabase.co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anon public key → string largo que empieza con eyJ...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Ejecutar SQL para crear el Data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Esquemas, tablas, datos, vistas y permisos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Paso 2: Ejecutar SQL en Supabase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1. En el menú izquierdo de Supabase → SQL Editor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2. Clic en "New query"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3. Abrir el archivo supabase_setup.sql (incluido en el repo)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4. Seleccionar todo (Ctrl+A / Cmd+A), copiar (Ctrl+C / Cmd+C)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5. Pegar en el SQL Editor de Supabase (Ctrl+V / Cmd+V)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6. Clic en "Run" — debe decir "Success. No rows returned"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Este SQL crea: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4 esquemas: bronze, silver, gold, audit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8 tablas con datos de prueba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3 vistas materializadas Gold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9 vistas públicas para la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72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Permisos de lectura para anon/authenticated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Usuarios con 4 roles diferentes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Datos con errores intencionales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Auditoría de accesos simulada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¿Qué hace el SQL? — Transformación Bronze → Silver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El INSERT INTO silver.ventas_clean hace estas transformaciones: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822960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E2E8F0"/>
                </a:solidFill>
                <a:latin typeface="Consolas"/>
              </a:defRPr>
            </a:pPr>
            <a:r>
              <a:t>-- De Bronze (JSONB crudo) a Silver (columnas tipadas):</a:t>
            </a:r>
            <a:br/>
            <a:r>
              <a:t>INSERT INTO silver.ventas_clean (...)</a:t>
            </a:r>
            <a:br/>
            <a:r>
              <a:t>SELECT</a:t>
            </a:r>
            <a:br/>
            <a:r>
              <a:t>  (raw_data-&gt;&gt;'fecha')::date,         -- Casteo de texto a fecha</a:t>
            </a:r>
            <a:br/>
            <a:r>
              <a:t>  (raw_data-&gt;&gt;'cantidad')::integer,   -- Casteo a número entero</a:t>
            </a:r>
            <a:br/>
            <a:r>
              <a:t>  COALESCE(NULLIF(vendedor,''), 'Sin asignar'),  -- Reemplazo de vacíos</a:t>
            </a:r>
            <a:br/>
            <a:r>
              <a:t>  INITCAP(raw_data-&gt;&gt;'ciudad'),       -- "medellin" → "Medellín"</a:t>
            </a:r>
            <a:br/>
            <a:r>
              <a:t>  CASE WHEN vendedor = '' THEN 0.70 ELSE 1.00 END  -- Quality score</a:t>
            </a:r>
            <a:br/>
            <a:r>
              <a:t>FROM bronze.ventas_raw</a:t>
            </a:r>
            <a:br/>
            <a:r>
              <a:t>WHERE (raw_data-&gt;&gt;'cantidad') IS NOT NULL  -- Filtra NULLs</a:t>
            </a:r>
            <a:br/>
            <a:r>
              <a:t>  AND (raw_data-&gt;&gt;'cantidad')::integer &gt; 0; -- Filtra negativos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Resultado: 8 registros Bronze → 7 aprobados en Silver (1 rechazado por cantidad NULL). El registro rechazado permanece en Bronze como evidencia.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Crear la aplicación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Next.js + Tailwind CSS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Paso 3: Clonar el repositorio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Opción A — Clonar desde GitHub (recomendado):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822960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>
                <a:solidFill>
                  <a:srgbClr val="E2E8F0"/>
                </a:solidFill>
                <a:latin typeface="Consolas"/>
              </a:defRPr>
            </a:pPr>
            <a:r>
              <a:t>git clone https://github.com/sjimenezlon/datalake-governance-hub.git</a:t>
            </a:r>
            <a:br/>
            <a:r>
              <a:t>cd datalake-governance-hub</a:t>
            </a:r>
            <a:br/>
            <a:r>
              <a:t>npm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Configurar las variables de entorno: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822960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>
                <a:solidFill>
                  <a:srgbClr val="E2E8F0"/>
                </a:solidFill>
                <a:latin typeface="Consolas"/>
              </a:defRPr>
            </a:pPr>
            <a:r>
              <a:t># Crear archivo .env.local en la raíz del proyecto</a:t>
            </a:r>
            <a:br/>
            <a:r>
              <a:t>NEXT_PUBLIC_SUPABASE_URL=https://TU-PROYECTO.supabase.co</a:t>
            </a:r>
            <a:br/>
            <a:r>
              <a:t>NEXT_PUBLIC_SUPABASE_ANON_KEY=tu-anon-key-aqui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Ejecutar en local: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94960"/>
            <a:ext cx="82296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>
                <a:solidFill>
                  <a:srgbClr val="E2E8F0"/>
                </a:solidFill>
                <a:latin typeface="Consolas"/>
              </a:defRPr>
            </a:pPr>
            <a:r>
              <a:t>npm run dev</a:t>
            </a:r>
            <a:br/>
            <a:r>
              <a:t># Abrir http://localhost:3000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Desplegar en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Tu app en producción en 2 minutos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Paso 4: Desplegar en Vercel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1. Ir a vercel.com → Login con GitHub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2. Clic en "Add New Project"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3. Importar el repositorio datalake-governance-hub de tu GitHub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4. En "Environment Variables" agregar: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7772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>
                <a:solidFill>
                  <a:srgbClr val="E2E8F0"/>
                </a:solidFill>
                <a:latin typeface="Consolas"/>
              </a:defRPr>
            </a:pPr>
            <a:r>
              <a:t>NEXT_PUBLIC_SUPABASE_URL = https://TU-PROYECTO.supabase.co</a:t>
            </a:r>
            <a:br/>
            <a:r>
              <a:t>NEXT_PUBLIC_SUPABASE_ANON_KEY = eyJ...(tu anon key)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1. Clic en "Deploy" — Vercel construye y despliega automáticamente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2. Tu app estará disponible en: https://tu-proyecto.vercel.app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3. Cada push a main en GitHub redespliega automáticamente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Estructura del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>
                <a:solidFill>
                  <a:srgbClr val="E2E8F0"/>
                </a:solidFill>
                <a:latin typeface="Consolas"/>
              </a:defRPr>
            </a:pPr>
            <a:r>
              <a:t>datalake-governance-hub/</a:t>
            </a:r>
            <a:br/>
            <a:r>
              <a:t>├── src/</a:t>
            </a:r>
            <a:br/>
            <a:r>
              <a:t>│   ├── app/</a:t>
            </a:r>
            <a:br/>
            <a:r>
              <a:t>│   │   ├── layout.tsx          ← Layout global (metadatos, fuente)</a:t>
            </a:r>
            <a:br/>
            <a:r>
              <a:t>│   │   ├── page.tsx            ← Página principal (11 tabs)</a:t>
            </a:r>
            <a:br/>
            <a:r>
              <a:t>│   │   └── globals.css         ← Estilos Tailwind</a:t>
            </a:r>
            <a:br/>
            <a:r>
              <a:t>│   ├── components/</a:t>
            </a:r>
            <a:br/>
            <a:r>
              <a:t>│   │   ├── QualityTab.tsx      ← Dashboard de calidad de datos</a:t>
            </a:r>
            <a:br/>
            <a:r>
              <a:t>│   │   ├── LineageTab.tsx      ← Visualización de linaje</a:t>
            </a:r>
            <a:br/>
            <a:r>
              <a:t>│   │   └── CompareTab.tsx      ← Comparación Bronze vs Silver</a:t>
            </a:r>
            <a:br/>
            <a:r>
              <a:t>│   └── lib/</a:t>
            </a:r>
            <a:br/>
            <a:r>
              <a:t>│       └── supabase.ts         ← Cliente Supabase + tipos TypeScript</a:t>
            </a:r>
            <a:br/>
            <a:r>
              <a:t>├── supabase_setup.sql          ← SQL para crear todo en Supabase</a:t>
            </a:r>
            <a:br/>
            <a:r>
              <a:t>├── .env.local                  ← Variables de entorno (NO se sube a Git)</a:t>
            </a:r>
            <a:br/>
            <a:r>
              <a:t>├── package.json                ← Dependencias del proyecto</a:t>
            </a:r>
            <a:br/>
            <a:r>
              <a:t>├── tailwind.config.ts          ← Configuración de Tailwind CSS</a:t>
            </a:r>
            <a:br/>
            <a:r>
              <a:t>└── tsconfig.json               ← Configuración de TypeScript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Checklist de entrega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09728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EVALUACIÓN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Proyecto Supabase creado con los 4 esquemas (bronze, silver, gold, audit)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SQL ejecutado exitosamente — todas las tablas y vistas creadas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Datos Bronze con errores intencionales (cantidad NULL, vendedor vacío, ciudad sin normalizar)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Transformación Bronze → Silver funcionando (7 de 8 registros aprobados)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Vistas materializadas Gold con agregaciones de negocio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Catálogo de datos con metadatos de cada dataset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App Next.js desplegada en Vercel y funcionando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Las 11 tabs cargan datos correctamente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El dashboard SOLO consume datos de capa Gold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Poder explicar: ¿por qué se rechazó el registro #4?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Poder explicar: ¿qué hace INITCAP() y por qué es importante?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☐  Poder explicar: ¿para qué sirve la auditoría de accesos?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¡Manos a la obra!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Calibri"/>
              </a:defRPr>
            </a:pPr>
            <a:r>
              <a:t>Repo: github.com/sjimenezlon/datalake-governance-hub</a:t>
            </a:r>
            <a:br/>
            <a:r>
              <a:t>App: datalake-governance-hub.vercel.app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Gestión y Gobernanza de Datos — EAFIT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